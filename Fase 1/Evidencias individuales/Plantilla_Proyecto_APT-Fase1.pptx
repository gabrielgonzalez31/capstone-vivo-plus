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Inter SemiBold"/>
      <p:regular r:id="rId22"/>
      <p:bold r:id="rId23"/>
      <p:italic r:id="rId24"/>
      <p:boldItalic r:id="rId25"/>
    </p:embeddedFont>
    <p:embeddedFont>
      <p:font typeface="Franklin Gothic"/>
      <p:bold r:id="rId26"/>
    </p:embeddedFont>
    <p:embeddedFont>
      <p:font typeface="Plus Jakarta Sans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Bebas Neue"/>
      <p:regular r:id="rId35"/>
    </p:embeddedFont>
    <p:embeddedFont>
      <p:font typeface="Roboto Condensed"/>
      <p:regular r:id="rId36"/>
      <p:bold r:id="rId37"/>
      <p:italic r:id="rId38"/>
      <p:boldItalic r:id="rId39"/>
    </p:embeddedFont>
    <p:embeddedFont>
      <p:font typeface="Plus Jakarta Sans SemiBold"/>
      <p:regular r:id="rId40"/>
      <p:bold r:id="rId41"/>
      <p:italic r:id="rId42"/>
      <p:boldItalic r:id="rId43"/>
    </p:embeddedFont>
    <p:embeddedFont>
      <p:font typeface="Roboto Mono"/>
      <p:regular r:id="rId44"/>
      <p:bold r:id="rId45"/>
      <p:italic r:id="rId46"/>
      <p:boldItalic r:id="rId47"/>
    </p:embeddedFont>
    <p:embeddedFont>
      <p:font typeface="Inter Medium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iBPRr/n5X2xMnYCVDi4H97RExl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SemiBold-regular.fntdata"/><Relationship Id="rId42" Type="http://schemas.openxmlformats.org/officeDocument/2006/relationships/font" Target="fonts/PlusJakartaSansSemiBold-italic.fntdata"/><Relationship Id="rId41" Type="http://schemas.openxmlformats.org/officeDocument/2006/relationships/font" Target="fonts/PlusJakartaSansSemiBold-bold.fntdata"/><Relationship Id="rId44" Type="http://schemas.openxmlformats.org/officeDocument/2006/relationships/font" Target="fonts/RobotoMono-regular.fntdata"/><Relationship Id="rId43" Type="http://schemas.openxmlformats.org/officeDocument/2006/relationships/font" Target="fonts/PlusJakartaSansSemiBold-boldItalic.fntdata"/><Relationship Id="rId46" Type="http://schemas.openxmlformats.org/officeDocument/2006/relationships/font" Target="fonts/RobotoMono-italic.fntdata"/><Relationship Id="rId45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Medium-regular.fntdata"/><Relationship Id="rId47" Type="http://schemas.openxmlformats.org/officeDocument/2006/relationships/font" Target="fonts/RobotoMono-boldItalic.fntdata"/><Relationship Id="rId49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regular.fntdata"/><Relationship Id="rId30" Type="http://schemas.openxmlformats.org/officeDocument/2006/relationships/font" Target="fonts/PlusJakartaSans-boldItalic.fntdata"/><Relationship Id="rId33" Type="http://schemas.openxmlformats.org/officeDocument/2006/relationships/font" Target="fonts/Inter-italic.fntdata"/><Relationship Id="rId32" Type="http://schemas.openxmlformats.org/officeDocument/2006/relationships/font" Target="fonts/Inter-bold.fntdata"/><Relationship Id="rId35" Type="http://schemas.openxmlformats.org/officeDocument/2006/relationships/font" Target="fonts/BebasNeue-regular.fntdata"/><Relationship Id="rId34" Type="http://schemas.openxmlformats.org/officeDocument/2006/relationships/font" Target="fonts/Inter-boldItalic.fntdata"/><Relationship Id="rId37" Type="http://schemas.openxmlformats.org/officeDocument/2006/relationships/font" Target="fonts/RobotoCondensed-bold.fntdata"/><Relationship Id="rId36" Type="http://schemas.openxmlformats.org/officeDocument/2006/relationships/font" Target="fonts/RobotoCondensed-regular.fntdata"/><Relationship Id="rId39" Type="http://schemas.openxmlformats.org/officeDocument/2006/relationships/font" Target="fonts/RobotoCondensed-boldItalic.fntdata"/><Relationship Id="rId38" Type="http://schemas.openxmlformats.org/officeDocument/2006/relationships/font" Target="fonts/RobotoCondensed-italic.fntdata"/><Relationship Id="rId20" Type="http://schemas.openxmlformats.org/officeDocument/2006/relationships/slide" Target="slides/slide15.xml"/><Relationship Id="rId22" Type="http://schemas.openxmlformats.org/officeDocument/2006/relationships/font" Target="fonts/Inter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26" Type="http://schemas.openxmlformats.org/officeDocument/2006/relationships/font" Target="fonts/FranklinGothic-bold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PlusJakartaSans-bold.fntdata"/><Relationship Id="rId27" Type="http://schemas.openxmlformats.org/officeDocument/2006/relationships/font" Target="fonts/PlusJakartaSans-regular.fntdata"/><Relationship Id="rId29" Type="http://schemas.openxmlformats.org/officeDocument/2006/relationships/font" Target="fonts/PlusJakartaSans-italic.fntdata"/><Relationship Id="rId51" Type="http://schemas.openxmlformats.org/officeDocument/2006/relationships/font" Target="fonts/InterMedium-boldItalic.fntdata"/><Relationship Id="rId50" Type="http://schemas.openxmlformats.org/officeDocument/2006/relationships/font" Target="fonts/InterMedium-italic.fntdata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flipH="1">
            <a:off x="-1" y="0"/>
            <a:ext cx="4629587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" y="11958"/>
            <a:ext cx="4518116" cy="6840855"/>
          </a:xfrm>
          <a:custGeom>
            <a:rect b="b" l="l" r="r" t="t"/>
            <a:pathLst>
              <a:path extrusionOk="0" h="6858000" w="6024154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4800">
                <a:solidFill>
                  <a:srgbClr val="FFFFFF"/>
                </a:solidFill>
              </a:defRPr>
            </a:lvl2pPr>
            <a:lvl3pPr lvl="2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4800">
                <a:solidFill>
                  <a:srgbClr val="FFFFFF"/>
                </a:solidFill>
              </a:defRPr>
            </a:lvl3pPr>
            <a:lvl4pPr lvl="3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4800">
                <a:solidFill>
                  <a:srgbClr val="FFFFFF"/>
                </a:solidFill>
              </a:defRPr>
            </a:lvl4pPr>
            <a:lvl5pPr lvl="4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4800">
                <a:solidFill>
                  <a:srgbClr val="FFFFFF"/>
                </a:solidFill>
              </a:defRPr>
            </a:lvl5pPr>
            <a:lvl6pPr lvl="5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1" sz="4800">
                <a:solidFill>
                  <a:srgbClr val="FFFFFF"/>
                </a:solidFill>
              </a:defRPr>
            </a:lvl6pPr>
            <a:lvl7pPr lvl="6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b="1" sz="4800">
                <a:solidFill>
                  <a:srgbClr val="FFFFFF"/>
                </a:solidFill>
              </a:defRPr>
            </a:lvl7pPr>
            <a:lvl8pPr lvl="7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b="1" sz="4800">
                <a:solidFill>
                  <a:srgbClr val="FFFFFF"/>
                </a:solidFill>
              </a:defRPr>
            </a:lvl8pPr>
            <a:lvl9pPr lvl="8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9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8" name="Google Shape;18;p19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19" name="Google Shape;19;p19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0" name="Google Shape;20;p19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3" name="Google Shape;23;p20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8" name="Google Shape;28;p20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1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34" name="Google Shape;34;p21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5" name="Google Shape;35;p2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39" name="Google Shape;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41" name="Google Shape;41;p22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2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4" name="Google Shape;44;p2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ólo el título">
  <p:cSld name="1_Sólo el títul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B.png"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0483" y="6287016"/>
            <a:ext cx="1687458" cy="3773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/>
          <p:nvPr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4"/>
          <p:cNvSpPr/>
          <p:nvPr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4"/>
          <p:cNvSpPr/>
          <p:nvPr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4"/>
          <p:cNvSpPr/>
          <p:nvPr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4"/>
          <p:cNvSpPr/>
          <p:nvPr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54" name="Google Shape;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28" y="6225296"/>
            <a:ext cx="1992643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2" type="sldNum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17"/>
          <p:cNvSpPr txBox="1"/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" name="Google Shape;6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2300" y="2741150"/>
            <a:ext cx="22193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5087475" y="3110275"/>
            <a:ext cx="296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VIVO PLUS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4343400" y="3859200"/>
            <a:ext cx="4676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E40A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Plataforma de Servicios Estudiantiles y Gestión Deportiva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4343400" y="4606761"/>
            <a:ext cx="4676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INTEGRANTES DEL EQUIPO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4343400" y="4756749"/>
            <a:ext cx="467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Gabriel González · Gabriel Rodríguez · María Jesús Ulloa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4343400" y="5099724"/>
            <a:ext cx="1647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Duoc UC — Sede Maipú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Descripción breve del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Descripción del proyecto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Relación con el perfil de egreso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Relación con Perfil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Factibilidad del proyecto en la asignatura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Factibilidad del Proyecto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Metodologías del Proyecto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Plan del Proyecto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5400">
                <a:latin typeface="Calibri"/>
                <a:ea typeface="Calibri"/>
                <a:cs typeface="Calibri"/>
                <a:sym typeface="Calibri"/>
              </a:rPr>
              <a:t>Evidencias esperadas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n-US"/>
              <a:t>Evidencias Esperadas del Proyecto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n-US"/>
            </a:br>
            <a:r>
              <a:rPr lang="en-US"/>
              <a:t>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2020-01-19T17:40:32Z</dcterms:created>
  <dc:creator>Victor Rodrigo Galaz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